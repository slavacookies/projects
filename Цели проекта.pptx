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ru-RU" altLang="en-US" sz="3555"/>
              <a:t>Цели проекта</a:t>
            </a:r>
            <a:r>
              <a:rPr lang="en-US" altLang="ru-RU" sz="3555"/>
              <a:t>:</a:t>
            </a:r>
            <a:r>
              <a:rPr lang="ru-RU" altLang="en-US" sz="3555"/>
              <a:t> </a:t>
            </a:r>
            <a:r>
              <a:rPr lang="ru-RU" altLang="en-US" sz="3555">
                <a:sym typeface="+mn-ea"/>
              </a:rPr>
              <a:t>Комплексная программа продвижения и стимулирования продаж сети супермаркетов </a:t>
            </a:r>
            <a:r>
              <a:rPr lang="ru-RU" altLang="en-US" sz="3555">
                <a:cs typeface="+mj-lt"/>
                <a:sym typeface="+mn-ea"/>
              </a:rPr>
              <a:t>«Остап»</a:t>
            </a:r>
            <a:endParaRPr lang="ru-RU" altLang="en-US" sz="3555">
              <a:cs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3560445"/>
            <a:ext cx="9799320" cy="2342515"/>
          </a:xfrm>
        </p:spPr>
        <p:txBody>
          <a:bodyPr>
            <a:normAutofit/>
          </a:bodyPr>
          <a:p>
            <a:pPr algn="just"/>
            <a:r>
              <a:rPr lang="ru-RU" altLang="en-US">
                <a:solidFill>
                  <a:schemeClr val="tx1"/>
                </a:solidFill>
                <a:sym typeface="+mn-ea"/>
              </a:rPr>
              <a:t>Выполнили</a:t>
            </a:r>
            <a:r>
              <a:rPr lang="en-US" altLang="en-US">
                <a:solidFill>
                  <a:schemeClr val="tx1"/>
                </a:solidFill>
                <a:sym typeface="+mn-ea"/>
              </a:rPr>
              <a:t>:</a:t>
            </a:r>
            <a:r>
              <a:rPr lang="ru-RU" altLang="en-US">
                <a:solidFill>
                  <a:schemeClr val="tx1"/>
                </a:solidFill>
                <a:sym typeface="+mn-ea"/>
              </a:rPr>
              <a:t> Лебедев Илья</a:t>
            </a:r>
            <a:r>
              <a:rPr lang="en-US" altLang="en-US">
                <a:solidFill>
                  <a:schemeClr val="tx1"/>
                </a:solidFill>
                <a:sym typeface="+mn-ea"/>
              </a:rPr>
              <a:t>, </a:t>
            </a:r>
            <a:r>
              <a:rPr lang="ru-RU" altLang="en-US">
                <a:solidFill>
                  <a:schemeClr val="tx1"/>
                </a:solidFill>
                <a:sym typeface="+mn-ea"/>
              </a:rPr>
              <a:t>Трубачев Ярослав</a:t>
            </a:r>
            <a:r>
              <a:rPr lang="en-US" altLang="ru-RU">
                <a:solidFill>
                  <a:schemeClr val="tx1"/>
                </a:solidFill>
                <a:sym typeface="+mn-ea"/>
              </a:rPr>
              <a:t>,</a:t>
            </a:r>
            <a:r>
              <a:rPr lang="ru-RU" altLang="en-US">
                <a:solidFill>
                  <a:schemeClr val="tx1"/>
                </a:solidFill>
                <a:sym typeface="+mn-ea"/>
              </a:rPr>
              <a:t> Поскребышев Вячеслав</a:t>
            </a:r>
            <a:r>
              <a:rPr lang="en-US" altLang="ru-RU">
                <a:solidFill>
                  <a:schemeClr val="tx1"/>
                </a:solidFill>
                <a:sym typeface="+mn-ea"/>
              </a:rPr>
              <a:t>,</a:t>
            </a:r>
            <a:r>
              <a:rPr lang="ru-RU" altLang="en-US">
                <a:solidFill>
                  <a:schemeClr val="tx1"/>
                </a:solidFill>
                <a:sym typeface="+mn-ea"/>
              </a:rPr>
              <a:t> Ижболдин Арсений</a:t>
            </a:r>
            <a:r>
              <a:rPr lang="en-US" altLang="ru-RU">
                <a:solidFill>
                  <a:schemeClr val="tx1"/>
                </a:solidFill>
                <a:sym typeface="+mn-ea"/>
              </a:rPr>
              <a:t>,</a:t>
            </a:r>
            <a:r>
              <a:rPr lang="ru-RU" altLang="en-US">
                <a:solidFill>
                  <a:schemeClr val="tx1"/>
                </a:solidFill>
                <a:sym typeface="+mn-ea"/>
              </a:rPr>
              <a:t> Ижболдин Серафим</a:t>
            </a:r>
            <a:endParaRPr lang="ru-RU" altLang="en-US">
              <a:solidFill>
                <a:schemeClr val="tx1"/>
              </a:solidFill>
            </a:endParaRPr>
          </a:p>
          <a:p>
            <a:pPr algn="just"/>
            <a:r>
              <a:rPr lang="ru-RU" altLang="en-US">
                <a:solidFill>
                  <a:schemeClr val="tx1"/>
                </a:solidFill>
                <a:sym typeface="+mn-ea"/>
              </a:rPr>
              <a:t>Группа</a:t>
            </a:r>
            <a:r>
              <a:rPr lang="en-US" altLang="en-US">
                <a:solidFill>
                  <a:schemeClr val="tx1"/>
                </a:solidFill>
                <a:sym typeface="+mn-ea"/>
              </a:rPr>
              <a:t>:</a:t>
            </a:r>
            <a:r>
              <a:rPr lang="ru-RU" altLang="en-US">
                <a:solidFill>
                  <a:schemeClr val="tx1"/>
                </a:solidFill>
                <a:sym typeface="+mn-ea"/>
              </a:rPr>
              <a:t> ОМ-03.04.02.01-11</a:t>
            </a:r>
            <a:endParaRPr 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/>
              <a:t>Цели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2000">
                <a:solidFill>
                  <a:schemeClr val="tx1"/>
                </a:solidFill>
              </a:rPr>
              <a:t>Увеличить долю рынка сети супермаркетов «Остап» с 15% до 20% в течение 6 месяцев за счет реализации целевой маркетинговой программы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Внедрить акции, скидки и рекламу для сети супермаркетов Остап в городе Самара за 6 месяцев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Провести пилотный запуск программы лояльности и рекламных материалов</a:t>
            </a:r>
            <a:r>
              <a:rPr lang="ru-RU" altLang="en-US" sz="2000">
                <a:solidFill>
                  <a:schemeClr val="tx1"/>
                </a:solidFill>
              </a:rPr>
              <a:t> в </a:t>
            </a:r>
            <a:r>
              <a:rPr lang="en-US" altLang="en-US" sz="2000">
                <a:solidFill>
                  <a:schemeClr val="tx1"/>
                </a:solidFill>
              </a:rPr>
              <a:t>супермаркетах г. Самара в течение 1-го месяца, устранить выявленные недочеты и масштабировать успешное решение на все 15 магазинов сети (Самара, Тольятти, Новокуйбышевск) к концу 3-го месяца</a:t>
            </a:r>
            <a:endParaRPr lang="en-US" altLang="en-US" sz="20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708</Words>
  <Application>WPS Presentation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9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Times New Roman</vt:lpstr>
      <vt:lpstr>江城圆体 400W</vt:lpstr>
      <vt:lpstr>Inter Bold</vt:lpstr>
      <vt:lpstr>Segoe Print</vt:lpstr>
      <vt:lpstr>Inter</vt:lpstr>
      <vt:lpstr>Mali SemiBold</vt:lpstr>
      <vt:lpstr>Mali</vt:lpstr>
      <vt:lpstr>Manrope ExtraBold</vt:lpstr>
      <vt:lpstr>Lato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Цели проекта: Комплексная программа продвижения и стимулирования продаж сети супермаркетов «Остап»</dc:title>
  <dc:creator>User</dc:creator>
  <cp:lastModifiedBy>DokToP BoT</cp:lastModifiedBy>
  <cp:revision>2</cp:revision>
  <dcterms:created xsi:type="dcterms:W3CDTF">2026-10-15T10:04:59Z</dcterms:created>
  <dcterms:modified xsi:type="dcterms:W3CDTF">2026-10-15T10:21:42Z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3AA7A0AB948E45FAB8D597F8A30560CD_11</vt:lpwstr>
  </property>
</Properties>
</file>